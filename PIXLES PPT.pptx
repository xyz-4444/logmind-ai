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d191e0088c4577" /><Relationship Type="http://schemas.openxmlformats.org/officeDocument/2006/relationships/extended-properties" Target="/docProps/app.xml" Id="R803252842f7a4d9a" /><Relationship Type="http://schemas.openxmlformats.org/officeDocument/2006/relationships/officeDocument" Target="/ppt/presentation.xml" Id="R428fc7fce82e45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8a981929624623"/>
  </p:sldMasterIdLst>
  <p:notesMasterIdLst>
    <p:notesMasterId xmlns:r="http://schemas.openxmlformats.org/officeDocument/2006/relationships" r:id="R22b797c58dba41ed"/>
  </p:notesMasterIdLst>
  <p:sldIdLst>
    <p:sldId xmlns:r="http://schemas.openxmlformats.org/officeDocument/2006/relationships" id="256" r:id="R657632b3b9ee43f1"/>
    <p:sldId xmlns:r="http://schemas.openxmlformats.org/officeDocument/2006/relationships" id="257" r:id="Rd2452e32abef40be"/>
    <p:sldId xmlns:r="http://schemas.openxmlformats.org/officeDocument/2006/relationships" id="258" r:id="R0810be98b5c8447e"/>
    <p:sldId xmlns:r="http://schemas.openxmlformats.org/officeDocument/2006/relationships" id="259" r:id="R6aa1164da2a443e8"/>
    <p:sldId xmlns:r="http://schemas.openxmlformats.org/officeDocument/2006/relationships" id="260" r:id="R701aa608b40d4abf"/>
    <p:sldId xmlns:r="http://schemas.openxmlformats.org/officeDocument/2006/relationships" id="261" r:id="R062cdece769e44fb"/>
    <p:sldId xmlns:r="http://schemas.openxmlformats.org/officeDocument/2006/relationships" id="262" r:id="R82184149ca7745eb"/>
    <p:sldId xmlns:r="http://schemas.openxmlformats.org/officeDocument/2006/relationships" id="263" r:id="Rb5daac9254ec42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31b802f70a4b63" /><Relationship Type="http://schemas.openxmlformats.org/officeDocument/2006/relationships/slideMaster" Target="/ppt/slideMasters/slideMaster1.xml" Id="Rdb8a981929624623" /><Relationship Type="http://schemas.openxmlformats.org/officeDocument/2006/relationships/notesMaster" Target="/ppt/notesMasters/notesMaster1.xml" Id="R22b797c58dba41ed" /><Relationship Type="http://schemas.openxmlformats.org/officeDocument/2006/relationships/presProps" Target="/ppt/presProps.xml" Id="R2a339e17fb454e66" /><Relationship Type="http://schemas.openxmlformats.org/officeDocument/2006/relationships/tableStyles" Target="/ppt/tableStyles.xml" Id="Rb8ed573fa92341be" /><Relationship Type="http://schemas.openxmlformats.org/officeDocument/2006/relationships/slide" Target="/ppt/slides/slide1.xml" Id="R657632b3b9ee43f1" /><Relationship Type="http://schemas.openxmlformats.org/officeDocument/2006/relationships/slide" Target="/ppt/slides/slide2.xml" Id="Rd2452e32abef40be" /><Relationship Type="http://schemas.openxmlformats.org/officeDocument/2006/relationships/slide" Target="/ppt/slides/slide3.xml" Id="R0810be98b5c8447e" /><Relationship Type="http://schemas.openxmlformats.org/officeDocument/2006/relationships/slide" Target="/ppt/slides/slide4.xml" Id="R6aa1164da2a443e8" /><Relationship Type="http://schemas.openxmlformats.org/officeDocument/2006/relationships/slide" Target="/ppt/slides/slide5.xml" Id="R701aa608b40d4abf" /><Relationship Type="http://schemas.openxmlformats.org/officeDocument/2006/relationships/slide" Target="/ppt/slides/slide6.xml" Id="R062cdece769e44fb" /><Relationship Type="http://schemas.openxmlformats.org/officeDocument/2006/relationships/slide" Target="/ppt/slides/slide7.xml" Id="R82184149ca7745eb" /><Relationship Type="http://schemas.openxmlformats.org/officeDocument/2006/relationships/slide" Target="/ppt/slides/slide8.xml" Id="Rb5daac9254ec42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b5d0cddbbc4a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5ec53ca3d34184" /><Relationship Type="http://schemas.openxmlformats.org/officeDocument/2006/relationships/notesMaster" Target="/ppt/notesMasters/notesMaster1.xml" Id="R1a4008e1942c4b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ffdd3816ad4e9f" /><Relationship Type="http://schemas.openxmlformats.org/officeDocument/2006/relationships/notesMaster" Target="/ppt/notesMasters/notesMaster1.xml" Id="R6d78d36fd2bb40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48255409784310" /><Relationship Type="http://schemas.openxmlformats.org/officeDocument/2006/relationships/notesMaster" Target="/ppt/notesMasters/notesMaster1.xml" Id="R9f619164264745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f3211e67ff41e7" /><Relationship Type="http://schemas.openxmlformats.org/officeDocument/2006/relationships/notesMaster" Target="/ppt/notesMasters/notesMaster1.xml" Id="R3a02c58ca495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ff13dbaf174e64" /><Relationship Type="http://schemas.openxmlformats.org/officeDocument/2006/relationships/notesMaster" Target="/ppt/notesMasters/notesMaster1.xml" Id="Rb45c9ed3261b4f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4a96b7eae4454f" /><Relationship Type="http://schemas.openxmlformats.org/officeDocument/2006/relationships/notesMaster" Target="/ppt/notesMasters/notesMaster1.xml" Id="R2c0dba486d1a44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78efc960334079" /><Relationship Type="http://schemas.openxmlformats.org/officeDocument/2006/relationships/notesMaster" Target="/ppt/notesMasters/notesMaster1.xml" Id="Ra28bafa5b3ff4c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dc319d08fc479f" /><Relationship Type="http://schemas.openxmlformats.org/officeDocument/2006/relationships/notesMaster" Target="/ppt/notesMasters/notesMaster1.xml" Id="R394838619da148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29b833e1449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e794419fc4a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32c20e4fe4d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1aad51bb049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5f91e37de46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06f20feda4e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BA50F9-7C89-4779-BE54-EDAD0E0129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84F498-C81D-4D17-920B-09675173A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0A0813-1DDB-4011-B6A0-5764AA81D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728BD3-0404-4BE0-8461-CDEABD97A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E4EFC0-C07E-4C9F-9568-F6FEE6EFB5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F78956-B99C-4C99-B900-8EE632963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E27FCC-4099-427D-BF3D-800FA1BFA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922E73-DFF2-437B-8833-4720B530FC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F873BF-3D2E-457A-80C2-FD55AE89C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AB86A1-0487-47F4-90B4-B21063965F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f3dbae5ba44090" /><Relationship Type="http://schemas.openxmlformats.org/officeDocument/2006/relationships/slideLayout" Target="/ppt/slideLayouts/slideLayout1.xml" Id="R7c5fc2f0383e4b65" /><Relationship Type="http://schemas.openxmlformats.org/officeDocument/2006/relationships/slideLayout" Target="/ppt/slideLayouts/slideLayout2.xml" Id="Ra8b44b6a7ddf4948" /><Relationship Type="http://schemas.openxmlformats.org/officeDocument/2006/relationships/slideLayout" Target="/ppt/slideLayouts/slideLayout3.xml" Id="R00419c2e9a864dc8" /><Relationship Type="http://schemas.openxmlformats.org/officeDocument/2006/relationships/slideLayout" Target="/ppt/slideLayouts/slideLayout4.xml" Id="R31cb072027ff4880" /><Relationship Type="http://schemas.openxmlformats.org/officeDocument/2006/relationships/slideLayout" Target="/ppt/slideLayouts/slideLayout5.xml" Id="R9d115f6c5ba74100" /><Relationship Type="http://schemas.openxmlformats.org/officeDocument/2006/relationships/slideLayout" Target="/ppt/slideLayouts/slideLayout6.xml" Id="R99e47be8c7544f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5fc2f0383e4b65"/>
    <p:sldLayoutId xmlns:r="http://schemas.openxmlformats.org/officeDocument/2006/relationships" id="2147483650" r:id="Ra8b44b6a7ddf4948"/>
    <p:sldLayoutId xmlns:r="http://schemas.openxmlformats.org/officeDocument/2006/relationships" id="2147483651" r:id="R00419c2e9a864dc8"/>
    <p:sldLayoutId xmlns:r="http://schemas.openxmlformats.org/officeDocument/2006/relationships" id="2147483652" r:id="R31cb072027ff4880"/>
    <p:sldLayoutId xmlns:r="http://schemas.openxmlformats.org/officeDocument/2006/relationships" id="2147483653" r:id="R9d115f6c5ba74100"/>
    <p:sldLayoutId xmlns:r="http://schemas.openxmlformats.org/officeDocument/2006/relationships" id="2147483654" r:id="R99e47be8c7544f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dce0be3b1422b" /><Relationship Type="http://schemas.openxmlformats.org/officeDocument/2006/relationships/image" Target="/ppt/media/image.png" Id="Rf8dd6296814747ff" /><Relationship Type="http://schemas.openxmlformats.org/officeDocument/2006/relationships/notesSlide" Target="/ppt/notesSlides/notesSlide1.xml" Id="R7f9a3315963c45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f5a73b0e147e1" /><Relationship Type="http://schemas.openxmlformats.org/officeDocument/2006/relationships/image" Target="/ppt/media/image2.png" Id="R8dd99eaa8af340b5" /><Relationship Type="http://schemas.openxmlformats.org/officeDocument/2006/relationships/notesSlide" Target="/ppt/notesSlides/notesSlide2.xml" Id="Rb14ecf1c8fe942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ca073d56b4703" /><Relationship Type="http://schemas.openxmlformats.org/officeDocument/2006/relationships/image" Target="/ppt/media/image3.png" Id="R519d850567784156" /><Relationship Type="http://schemas.openxmlformats.org/officeDocument/2006/relationships/notesSlide" Target="/ppt/notesSlides/notesSlide3.xml" Id="R5727d52fcf404b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c95b163bc4636" /><Relationship Type="http://schemas.openxmlformats.org/officeDocument/2006/relationships/image" Target="/ppt/media/image4.png" Id="R748790e0b1f34f78" /><Relationship Type="http://schemas.openxmlformats.org/officeDocument/2006/relationships/notesSlide" Target="/ppt/notesSlides/notesSlide4.xml" Id="R5956f395230f4a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fbba99dc64a3f" /><Relationship Type="http://schemas.openxmlformats.org/officeDocument/2006/relationships/image" Target="/ppt/media/image5.png" Id="R4f47a57d4d4d46fd" /><Relationship Type="http://schemas.openxmlformats.org/officeDocument/2006/relationships/notesSlide" Target="/ppt/notesSlides/notesSlide5.xml" Id="Rac037d7f67d14e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13632731f4289" /><Relationship Type="http://schemas.openxmlformats.org/officeDocument/2006/relationships/image" Target="/ppt/media/image6.png" Id="R3f1256567a3e4c0f" /><Relationship Type="http://schemas.openxmlformats.org/officeDocument/2006/relationships/notesSlide" Target="/ppt/notesSlides/notesSlide6.xml" Id="R0b40f57d125f4b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f46d98ce04a13" /><Relationship Type="http://schemas.openxmlformats.org/officeDocument/2006/relationships/image" Target="/ppt/media/image7.png" Id="R6c3351f292b546d8" /><Relationship Type="http://schemas.openxmlformats.org/officeDocument/2006/relationships/notesSlide" Target="/ppt/notesSlides/notesSlide7.xml" Id="R4abefc3c222447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449d15ff240ce" /><Relationship Type="http://schemas.openxmlformats.org/officeDocument/2006/relationships/image" Target="/ppt/media/image8.png" Id="R5e0154ef2a834266" /><Relationship Type="http://schemas.openxmlformats.org/officeDocument/2006/relationships/notesSlide" Target="/ppt/notesSlides/notesSlide8.xml" Id="Rf0e31f2d77cf45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05860-49EB-42E3-9108-F086ED8BB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d6296814747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742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DC8F5-86C3-41D7-90CF-4B75164799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99eaa8af340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754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05162-86A2-4987-8A65-372A21D083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d8505677841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90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B82DC-B32D-4F33-A25F-8A2C025DB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790e0b1f34f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583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9E3AB-6758-4295-9D56-27FB7988CC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7a57d4d4d46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824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694E2-FE27-48CC-A18C-BF2299E8A4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256567a3e4c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35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27847-5C08-44EB-8F48-33C81344CD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351f292b546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5231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1E18B-1947-4E16-8562-0840E3441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154ef2a8342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78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2026-10-10T02:41:28.2680000Z</dcterms:created>
  <dcterms:modified xsi:type="dcterms:W3CDTF">2026-10-10T02:41:28.2680000Z</dcterms:modified>
</coreProperties>
</file>